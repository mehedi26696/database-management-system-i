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3" d="100"/>
          <a:sy n="93" d="100"/>
        </p:scale>
        <p:origin x="707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6CA2-3DF2-25BA-BB5A-0E9137876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B2EBB-1865-7177-7008-9A3D65C98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2A196-C260-CA3E-0756-9664EA1D0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7D32F-9E40-47C3-AACE-06A8DD7AA2C1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4D5C2-9A06-F04F-06D7-EF2FBF7CF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CF141-8C7D-38AB-4557-B873092A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B5B5-AF4A-4419-85D4-FB00C939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2C59-5A75-CEA7-A0AB-95E915BA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02DF1-86D5-38F7-136A-DABA21FE9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C88D9-5A99-0FDA-B0A5-937400E7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7D32F-9E40-47C3-AACE-06A8DD7AA2C1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68A8B-94A2-DB13-6439-B02A2796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0CC81-EBA6-D382-4268-5587D4A1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B5B5-AF4A-4419-85D4-FB00C939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3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0CA-8DA6-B7CF-C96D-94002E24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6E473-FC2F-41F4-CDF6-D0C5500D4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3688F-03CA-E27E-D093-3388AB4D8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7D32F-9E40-47C3-AACE-06A8DD7AA2C1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8076B-2C83-39DF-5D47-A59EA4985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35689-DC57-06FD-FC5E-1D6F370A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B5B5-AF4A-4419-85D4-FB00C939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6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67D8-BDA7-789B-8F73-0AEFD898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0BA46-436C-B791-271B-AB2C5A185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BE0D1-4B8D-EB02-B4EF-4CA78EBF7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59A21-01F3-25BB-CAFF-7C9697BB9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7D32F-9E40-47C3-AACE-06A8DD7AA2C1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62C2C-0066-2C63-A7FC-35EE8108B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3BC3B-3B63-9113-9CB1-6FEFCB7A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B5B5-AF4A-4419-85D4-FB00C939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8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32A0-516E-9730-E441-43E9C2E7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E333F-E1D5-9452-567D-5F1A5E68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FCAF5-E80A-81D8-0359-05CF27461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BFB8B5-8CEE-3388-F675-884E8085A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FD887A-56E3-612F-3AA0-0CB290BAE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3A7CE3-D1DD-2A20-A1C7-616407E98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7D32F-9E40-47C3-AACE-06A8DD7AA2C1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CA173F-9FB5-AB73-05E9-9C6AEFA6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D13DA1-3881-AE63-47DC-402A837CE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B5B5-AF4A-4419-85D4-FB00C939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89EA-51AE-6FA3-8107-39396CBA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30E29-4188-8F0C-C85F-7EABC8E2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7D32F-9E40-47C3-AACE-06A8DD7AA2C1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1CCB87-2AE3-CF60-D014-6DC39F5D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7C5154-D720-D573-3665-19C0A2BB5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B5B5-AF4A-4419-85D4-FB00C939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A22751-AF3B-ECD3-14DA-850A0525C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7D32F-9E40-47C3-AACE-06A8DD7AA2C1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2A4E45-43B2-4FF2-204D-0ECB39A0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5E403-497D-AFCB-854A-9E983C6B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B5B5-AF4A-4419-85D4-FB00C939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5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0783F-C2E8-05F8-2A55-C5BD75E36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C8C5D-1226-7FBD-0DAC-37870C62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EFC6A-A5DA-BDA2-2CA5-B6D3FAE9F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58FBB-C074-E92F-AA7D-50CD0903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7D32F-9E40-47C3-AACE-06A8DD7AA2C1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7158F-AC3E-929B-8C92-E0307C40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E5529-BED2-B03E-7DA9-4306D1CB3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B5B5-AF4A-4419-85D4-FB00C939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23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42F74-6A5F-B793-4124-4C7D51F3F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021C21-2F8B-7C4F-DF5E-F5ED989960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99F18-468B-65CE-EA2A-FB4550491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56437-71D6-6A57-049F-0BACB746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7D32F-9E40-47C3-AACE-06A8DD7AA2C1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6A0C3-0388-1C19-AF6D-C6D3F9FA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5EEF6-4621-3FD2-86A0-95E4C209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B5B5-AF4A-4419-85D4-FB00C939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8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C3AD1-2322-22DA-044D-4A6B3D00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A81CA-A0A8-6E07-138C-2C3536122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35636-A083-38FB-1F08-BC479B5D0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7D32F-9E40-47C3-AACE-06A8DD7AA2C1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64386-5107-0752-D4D1-3AEDA6B8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FE50C-E180-0400-4853-982A6CE6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B5B5-AF4A-4419-85D4-FB00C939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4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257C95-5EB5-B851-BD22-C8EABD8BA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F173D-13DA-7376-F9A8-4DB71A33B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D7CEF-27DF-9BC7-99AE-F208E52F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7D32F-9E40-47C3-AACE-06A8DD7AA2C1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51D55-20C5-4C51-40E8-2F95B3443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8ADD8-2559-F659-9D75-232BA690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B5B5-AF4A-4419-85D4-FB00C939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5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6982AD-DEB5-C841-EDBB-0E86F235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CF3FA-577F-9044-FB86-D886F7349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7B0D8-68ED-AB1A-E791-C2C2A3D29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7D32F-9E40-47C3-AACE-06A8DD7AA2C1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6AC97-BA9F-7C17-72A5-820E18617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E0D39-2D80-C30A-1D76-FC833B1AB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CB5B5-AF4A-4419-85D4-FB00C939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05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1-638">
            <a:extLst>
              <a:ext uri="{FF2B5EF4-FFF2-40B4-BE49-F238E27FC236}">
                <a16:creationId xmlns:a16="http://schemas.microsoft.com/office/drawing/2014/main" id="{14F79528-8D81-F711-E4F3-352A37B38E7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94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2-638">
            <a:extLst>
              <a:ext uri="{FF2B5EF4-FFF2-40B4-BE49-F238E27FC236}">
                <a16:creationId xmlns:a16="http://schemas.microsoft.com/office/drawing/2014/main" id="{348B0FDC-43C1-40FD-B2F6-3ECF753359A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38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3-638">
            <a:extLst>
              <a:ext uri="{FF2B5EF4-FFF2-40B4-BE49-F238E27FC236}">
                <a16:creationId xmlns:a16="http://schemas.microsoft.com/office/drawing/2014/main" id="{A2C9328C-0349-B81B-21CE-B2A7762FD85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31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4-638">
            <a:extLst>
              <a:ext uri="{FF2B5EF4-FFF2-40B4-BE49-F238E27FC236}">
                <a16:creationId xmlns:a16="http://schemas.microsoft.com/office/drawing/2014/main" id="{CACEC85C-F9B3-5379-EE96-6A044FC0741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81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6-638">
            <a:extLst>
              <a:ext uri="{FF2B5EF4-FFF2-40B4-BE49-F238E27FC236}">
                <a16:creationId xmlns:a16="http://schemas.microsoft.com/office/drawing/2014/main" id="{41810EC7-B654-3AF9-EF7E-07167661C5D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69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7-638">
            <a:extLst>
              <a:ext uri="{FF2B5EF4-FFF2-40B4-BE49-F238E27FC236}">
                <a16:creationId xmlns:a16="http://schemas.microsoft.com/office/drawing/2014/main" id="{44098471-CD33-471B-89A2-C15AAE47790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11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8-638">
            <a:extLst>
              <a:ext uri="{FF2B5EF4-FFF2-40B4-BE49-F238E27FC236}">
                <a16:creationId xmlns:a16="http://schemas.microsoft.com/office/drawing/2014/main" id="{73DE3DCF-AE29-6F7B-68A7-583832B7033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91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9-638">
            <a:extLst>
              <a:ext uri="{FF2B5EF4-FFF2-40B4-BE49-F238E27FC236}">
                <a16:creationId xmlns:a16="http://schemas.microsoft.com/office/drawing/2014/main" id="{0B473F2F-F0AE-90D0-3CA2-0C48B63E2C5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10-638">
            <a:extLst>
              <a:ext uri="{FF2B5EF4-FFF2-40B4-BE49-F238E27FC236}">
                <a16:creationId xmlns:a16="http://schemas.microsoft.com/office/drawing/2014/main" id="{85229FDD-4AF4-6F3F-7166-262C52818EB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20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11-638">
            <a:extLst>
              <a:ext uri="{FF2B5EF4-FFF2-40B4-BE49-F238E27FC236}">
                <a16:creationId xmlns:a16="http://schemas.microsoft.com/office/drawing/2014/main" id="{6E25B7AB-F493-94CE-B06D-CD2A670C20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24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12-638">
            <a:extLst>
              <a:ext uri="{FF2B5EF4-FFF2-40B4-BE49-F238E27FC236}">
                <a16:creationId xmlns:a16="http://schemas.microsoft.com/office/drawing/2014/main" id="{9EF39A5C-44C6-54DA-E396-3DE5238CC95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34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13-638">
            <a:extLst>
              <a:ext uri="{FF2B5EF4-FFF2-40B4-BE49-F238E27FC236}">
                <a16:creationId xmlns:a16="http://schemas.microsoft.com/office/drawing/2014/main" id="{23DB33DE-E09A-EEFE-1625-C62D92CE498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9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14-638">
            <a:extLst>
              <a:ext uri="{FF2B5EF4-FFF2-40B4-BE49-F238E27FC236}">
                <a16:creationId xmlns:a16="http://schemas.microsoft.com/office/drawing/2014/main" id="{A527EEBF-CCCD-5470-FF19-86F4467827B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45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-find-prime-and-non-prime-attributes-using-functional-dependencies-15-638">
            <a:extLst>
              <a:ext uri="{FF2B5EF4-FFF2-40B4-BE49-F238E27FC236}">
                <a16:creationId xmlns:a16="http://schemas.microsoft.com/office/drawing/2014/main" id="{78CCDF51-9061-9E5B-5977-C43D3C55A23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463" y="0"/>
            <a:ext cx="5297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84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Jony Mahmud</dc:creator>
  <cp:lastModifiedBy>Jony Mahmud</cp:lastModifiedBy>
  <cp:revision>1</cp:revision>
  <dcterms:created xsi:type="dcterms:W3CDTF">2025-07-17T16:22:30Z</dcterms:created>
  <dcterms:modified xsi:type="dcterms:W3CDTF">2025-07-17T16:23:53Z</dcterms:modified>
</cp:coreProperties>
</file>